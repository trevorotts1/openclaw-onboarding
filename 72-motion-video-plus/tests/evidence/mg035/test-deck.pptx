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mponen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 fallback" descr="Static fallback slide: the poster's readable final state, for PDF export and nonplaying environm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Skill 72 presentation adapter (MG-035)</Application>
  <PresentationFormat>On-screen Show (16:9)</PresentationFormat>
  <Slides>2</Slides>
  <Company>BlackCEO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Motion component: fixture-powerpoint-graphic</dc:title>
  <dc:creator>Skill 72 MG-035 powerpoint adapter</dc:creator>
  <cp:lastModifiedBy>Skill 72 MG-035 powerpoint adapter</cp:lastModifiedBy>
  <dcterms:created xsi:type="dcterms:W3CDTF">2026-10-15T05:09:39Z</dcterms:created>
  <dcterms:modified xsi:type="dcterms:W3CDTF">2026-10-15T05:09:39Z</dcterms:modified>
</cp:coreProperties>
</file>